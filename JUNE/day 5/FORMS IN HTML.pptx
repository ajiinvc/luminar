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2" r:id="rId3"/>
    <p:sldId id="273" r:id="rId4"/>
    <p:sldId id="274" r:id="rId5"/>
    <p:sldId id="257" r:id="rId6"/>
    <p:sldId id="268" r:id="rId7"/>
    <p:sldId id="267" r:id="rId8"/>
    <p:sldId id="266" r:id="rId9"/>
    <p:sldId id="265" r:id="rId10"/>
    <p:sldId id="264" r:id="rId11"/>
    <p:sldId id="263" r:id="rId12"/>
    <p:sldId id="262" r:id="rId13"/>
    <p:sldId id="259" r:id="rId14"/>
    <p:sldId id="258" r:id="rId15"/>
    <p:sldId id="260" r:id="rId16"/>
    <p:sldId id="269" r:id="rId17"/>
    <p:sldId id="271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F7CF4-FCFF-F3A0-BA3A-D6780F30F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1B83A-62E7-6F4D-3C16-341D0BFB6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665C7-8458-5DF3-1547-3FB1B3EC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CF410-84C4-BF6E-672D-96882A066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C998D-9315-EA19-DEF8-88C6BF2B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0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DF7F5-8EA6-323B-8880-67BF5BDD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DF6DA-0CA2-B6D7-96B0-4EAFD5781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6C5D5-FDFD-A518-3C7E-8ED45451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90637-FAB3-F2BE-A647-BF6A8837E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214A5-B58B-7285-E968-A30D52BC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888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760EE-B535-6201-AEE8-502E6657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CA29D-E64E-A15A-5BE3-0502A4584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93D6-3A24-7F36-53B2-6C88D37E2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B1C39-958D-9DD0-B013-345EA070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EDD6B-5C72-2E74-C197-4EE06213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67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3918-5B55-631F-50A8-9EF2F8F5A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964D-D8E3-135A-0F89-575B0EE10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526E8-1F6E-D423-5980-27678E51A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C8B26-01F3-FB8A-95FB-F5A93BE5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C637B-E52C-8405-8558-1322739C1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03EFC-425A-4F2D-2718-97AA6C1D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7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D7FD-58DE-5565-C64A-C981B6BB0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18599-7CEA-6EC2-83DD-74A16F552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2E79B-4C12-406E-9F72-1A4689EB2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2D9DD6-8845-5996-B327-FF9CECF2B8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78866D-1DAE-16F9-E906-1157C647A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E0A8CC-5D33-0AC0-64E3-37F77952B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203CC4-CB9E-3EF6-FF74-09E74D91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CF629-84FE-E93F-0F06-F2592250B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7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6C2E0-D6F3-A155-EAF6-0018C028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29745-39C3-B36C-CC27-D250D8E7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123C0-15F6-9C89-6886-B893C8CD6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56FB3-145F-19C2-B80F-5414314C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56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B21A49-548C-50A9-5D9F-96E7AFFCC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2B7F11-9362-D8AC-9C0D-5AC8894CB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B644E-5A3C-0839-6BCB-02CCCFCB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409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A5D6E-064C-FCE4-5E2E-58E7AB8F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06622-2C05-4399-659A-1C17D08F2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5F6B4-3282-1698-6314-1EFF1B2C3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65238-8F44-4C15-DC08-2D55D5B57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FCF6C-B148-3F37-5248-15A9D23D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BAE0E-31C7-A420-CED5-F949A5D1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44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FC57-3A62-4870-2348-058B3A8D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96E602-EA0D-07E9-30C5-913E0EFAE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DB18D-3D04-5DBB-1504-4030CAC49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4845B-EC31-A404-D9F0-4B688178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2AF6B-AC74-B0E2-FA6A-2B3183D3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E60DA-B0E8-09AC-3636-74B0123A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726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FD8E-4673-8D80-DB39-44354798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BADE2-69F1-770E-059E-7634DA515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BE693-17D2-5772-27C9-19399A4F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4F9E1-B716-0E11-7E2F-4AFDF8A0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A8B6E-5EBD-2865-D179-12AEFFB7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689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6DD085-E9C2-B959-B758-02956451A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863BF-65AA-4A69-0FA6-8BD737D13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29B33-6847-175E-C05F-2175529BA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54D08-CAEA-0EBE-0BBD-B9995C986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A6394-1B22-2B85-75A6-B0B6AC1B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37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A0517-45E0-6C97-BA99-96F722C4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1B167-64A0-1DC9-BDD5-DDC2A9388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D904A-281A-0C34-AF90-4C2BA6AC3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EB594-58A0-4ABA-BA4B-0EA684240AA5}" type="datetimeFigureOut">
              <a:rPr lang="en-IN" smtClean="0"/>
              <a:t>20-01-2025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4E9EF-2AD7-11DA-B803-4CFC4EA86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25E47-BBA3-089C-0E3D-3574C395E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7807C-8C47-462C-AF53-9EE084E19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46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3B14-04EA-9B4A-833C-4EF5CB67F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,LINKS &amp; LISTS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95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62D43-68CA-D4F8-3BF4-B3F809A08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2A0FC-41DC-5C08-096D-945D4854E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HTML &lt;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 is used to embed an image in a web page.</a:t>
            </a:r>
          </a:p>
          <a:p>
            <a:pPr>
              <a:lnSpc>
                <a:spcPct val="10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not technically inserted into a web page; images are linked to web pages. </a:t>
            </a:r>
          </a:p>
          <a:p>
            <a:pPr>
              <a:lnSpc>
                <a:spcPct val="10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 is empty, it contains attributes only, and does not have a closing tag.</a:t>
            </a:r>
          </a:p>
          <a:p>
            <a:pPr>
              <a:lnSpc>
                <a:spcPct val="100000"/>
              </a:lnSpc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 has two required attributes:</a:t>
            </a:r>
          </a:p>
          <a:p>
            <a:pPr>
              <a:lnSpc>
                <a:spcPct val="100000"/>
              </a:lnSpc>
            </a:pP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Specifies the path to the image</a:t>
            </a:r>
          </a:p>
          <a:p>
            <a:pPr>
              <a:lnSpc>
                <a:spcPct val="10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Specifies an alternate text for the image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23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54F26-CBD2-5D62-9225-D224124F6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Size - Width and Height</a:t>
            </a:r>
            <a:b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572AB-1B27-AC40-F04F-E4C754952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use the width and height attributes:</a:t>
            </a:r>
          </a:p>
          <a:p>
            <a:r>
              <a:rPr lang="en-GB" dirty="0"/>
              <a:t>The width and height attributes always define the width and height of the image in pixels.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  &lt;</a:t>
            </a:r>
            <a:r>
              <a:rPr lang="en-GB" b="1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GB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1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GB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=“./img_girl.jpg"</a:t>
            </a:r>
            <a:r>
              <a:rPr lang="en-GB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alt</a:t>
            </a:r>
            <a:r>
              <a:rPr lang="en-GB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="Girl in a   jacket"</a:t>
            </a:r>
            <a:r>
              <a:rPr lang="en-GB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width</a:t>
            </a:r>
            <a:r>
              <a:rPr lang="en-GB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="500px"</a:t>
            </a:r>
            <a:r>
              <a:rPr lang="en-GB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height</a:t>
            </a:r>
            <a:r>
              <a:rPr lang="en-GB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="600px"&gt;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60117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B03C-97C6-C142-0F58-2E6D490CF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Image Format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16FB98-81F6-191E-9DFD-B6B934E61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5" t="45966" r="17527" b="17320"/>
          <a:stretch/>
        </p:blipFill>
        <p:spPr>
          <a:xfrm>
            <a:off x="567560" y="2311367"/>
            <a:ext cx="9722068" cy="3034404"/>
          </a:xfrm>
        </p:spPr>
      </p:pic>
    </p:spTree>
    <p:extLst>
      <p:ext uri="{BB962C8B-B14F-4D97-AF65-F5344CB8AC3E}">
        <p14:creationId xmlns:p14="http://schemas.microsoft.com/office/powerpoint/2010/main" val="2792889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933C-20AE-9781-1002-C9EF7A33B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72952-625A-6559-F362-450443EF9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Links are found in nearly all web pages. Links allow users to click their way from page to page.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 links are hyperlinks.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&lt;a&gt; tag defines a hyperlink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Syntax :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b="1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GB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GB" b="1" i="1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GB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en-GB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link text</a:t>
            </a:r>
            <a:r>
              <a:rPr lang="en-GB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GB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829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569A-5D23-B6BB-60B1-93782ADE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with Images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8F7D6-F871-4B5A-64ED-B033D5B3E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="default.asp"&gt;</a:t>
            </a:r>
            <a:br>
              <a:rPr lang="en-IN" dirty="0"/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=“sun.png"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alt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sunimage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style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="width:42px;height:42px;"&gt;</a:t>
            </a:r>
            <a:br>
              <a:rPr lang="en-IN" dirty="0"/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n-IN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unvisited link is underlined and blue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visited link is underlined and purple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active link is underlined and red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93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607A5-FFCD-C065-1D78-AC4565DC3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291BF-C142-91E0-CAD5-AE055A886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Lists are used to specify lists of information.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lists may contain one or more list elements.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allow web developers to group a set of related items in lists.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list item starts with the &lt;li&gt; tag.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102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D477-5187-C907-636A-0DA888E7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LIST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0DDB0-F496-C127-E67F-B87204821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different types of HTML lists:</a:t>
            </a: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GB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Ordered List or Numbered List (</a:t>
            </a:r>
            <a:r>
              <a:rPr lang="en-GB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GB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+mj-lt"/>
              <a:buAutoNum type="arabicPeriod"/>
            </a:pPr>
            <a:r>
              <a:rPr lang="en-GB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Unordered List or Bulleted List (</a:t>
            </a:r>
            <a:r>
              <a:rPr lang="en-GB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GB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Font typeface="+mj-lt"/>
              <a:buAutoNum type="arabicPeriod"/>
            </a:pPr>
            <a:r>
              <a:rPr lang="en-GB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 List or Definition List (dl)</a:t>
            </a:r>
          </a:p>
          <a:p>
            <a:pPr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8747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C784-34B6-6F62-984D-115E312C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ORDERED LIST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C12D-7A5E-D01C-C4FE-DBA216575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ordered HTML lists, all the list items are marked with numbers by default.</a:t>
            </a:r>
          </a:p>
          <a:p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known as numbered list also. </a:t>
            </a:r>
          </a:p>
          <a:p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ordered list starts with &lt;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 and the list items start with &lt;li&gt; tag.</a:t>
            </a:r>
          </a:p>
          <a:p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can be reversed also available &lt;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reversed&gt;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&gt;</a:t>
            </a:r>
            <a:endParaRPr lang="en-IN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	  &lt;li&gt;Coffee&lt;/li&gt;</a:t>
            </a:r>
            <a:endParaRPr lang="en-IN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	  &lt;li&gt;Tea&lt;/li&gt;</a:t>
            </a:r>
            <a:endParaRPr lang="en-IN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	  &lt;li&gt;Milk&lt;/li&gt;</a:t>
            </a:r>
            <a:endParaRPr lang="en-IN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&lt;/</a:t>
            </a:r>
            <a:r>
              <a:rPr lang="en-US" sz="19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631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E948-B2D2-F9CF-B45D-28F0E067D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E3E1A-641C-D520-0C35-2D7950EDF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different types of numbered list: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 Number (1, 2, 3)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Capital Roman Number (I II III)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Romal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Number (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ii iii)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Capital Alphabet (A B C)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Alphabet (a b c)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810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0AC0-AD57-36C0-8EC5-46FA0149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ODERES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FB076A-80E0-558A-F8C0-AA4BF84C6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78" t="40716" r="27574" b="27822"/>
          <a:stretch/>
        </p:blipFill>
        <p:spPr>
          <a:xfrm>
            <a:off x="859386" y="1807779"/>
            <a:ext cx="9352547" cy="4761463"/>
          </a:xfrm>
        </p:spPr>
      </p:pic>
    </p:spTree>
    <p:extLst>
      <p:ext uri="{BB962C8B-B14F-4D97-AF65-F5344CB8AC3E}">
        <p14:creationId xmlns:p14="http://schemas.microsoft.com/office/powerpoint/2010/main" val="241487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C7D7-F200-79C1-F709-37C17667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2.UNORDERD LIST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82601-8405-6207-4D1F-7D9648AD5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690688"/>
            <a:ext cx="8825659" cy="488657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unordered list starts with the &lt;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 tag.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list items will be marked with bullets (small black circles) by default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&lt;h1&gt;I love these drinks...!&lt;/h1&gt;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&lt;li&gt;Coffee&lt;/li&gt;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&lt;li&gt;Tea&lt;/li&gt;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&lt;li&gt;Milk&lt;/li&gt;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667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05A2B-1E6F-0AE6-6AA6-A386BDD69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UNODERED LIST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FC3DEA-F792-EDC7-3F86-2A1C13764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3" t="45412" r="27045" b="27822"/>
          <a:stretch/>
        </p:blipFill>
        <p:spPr>
          <a:xfrm>
            <a:off x="641132" y="2687420"/>
            <a:ext cx="11117732" cy="2903621"/>
          </a:xfrm>
        </p:spPr>
      </p:pic>
    </p:spTree>
    <p:extLst>
      <p:ext uri="{BB962C8B-B14F-4D97-AF65-F5344CB8AC3E}">
        <p14:creationId xmlns:p14="http://schemas.microsoft.com/office/powerpoint/2010/main" val="1446089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6D7B9-F43E-1403-34E6-48AEDF26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3.DEFINITION LIST/DESCRIPTION 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AF94-56FA-6EC4-A7C4-873FCCCA5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description list is a list of terms, with a description of each term.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&lt;dl&gt; tag defines the description list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&lt;dt&gt; tag defines the term (name)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&lt;dd&gt; tag describes each term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932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3C033-9528-0379-FCD1-2AE32281C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7069F-5471-96B9-5126-78EF08A9F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&lt;dl&gt;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&lt;dt&gt;Coffee&lt;/dt&gt;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&lt;dd&gt;- black hot drink&lt;/dd&gt;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&lt;dt&gt;Milk&lt;/dt&gt;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&lt;dd&gt;- white cold drink&lt;/dd&gt;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&lt;/dl&gt;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452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F406C-1ADB-A706-3DC3-660FE26D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D395CD-2F22-9255-AACA-B79E141EB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985" y="1690688"/>
            <a:ext cx="4691951" cy="39823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2752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448E6-8078-53AF-2550-4E3F02125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CBD2BB-366F-4720-C829-1893CFCDA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75" y="1325462"/>
            <a:ext cx="10857812" cy="50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10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07D85-4EC7-3F81-29DE-4BF9A0C84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5400" dirty="0"/>
          </a:p>
          <a:p>
            <a:pPr marL="0" indent="0" algn="ctr">
              <a:buNone/>
            </a:pP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2908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</TotalTime>
  <Words>677</Words>
  <Application>Microsoft Office PowerPoint</Application>
  <PresentationFormat>Widescreen</PresentationFormat>
  <Paragraphs>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Segoe UI</vt:lpstr>
      <vt:lpstr>Times New Roman</vt:lpstr>
      <vt:lpstr>Office Theme</vt:lpstr>
      <vt:lpstr>IMAGES,LINKS &amp; LISTS</vt:lpstr>
      <vt:lpstr>IMAGES</vt:lpstr>
      <vt:lpstr>Image Size - Width and Height </vt:lpstr>
      <vt:lpstr>Common Image Format</vt:lpstr>
      <vt:lpstr>LINKS</vt:lpstr>
      <vt:lpstr>Links with Images</vt:lpstr>
      <vt:lpstr>LIST</vt:lpstr>
      <vt:lpstr>TYPES OF LIST</vt:lpstr>
      <vt:lpstr>1. ORDERED LIST</vt:lpstr>
      <vt:lpstr>ORDERED LIST</vt:lpstr>
      <vt:lpstr>DIFFERENT TYPES OF ODERES</vt:lpstr>
      <vt:lpstr>  2.UNORDERD LIST </vt:lpstr>
      <vt:lpstr>TYPES OF UNODERED LIST</vt:lpstr>
      <vt:lpstr>3.DEFINITION LIST/DESCRIPTION LIST</vt:lpstr>
      <vt:lpstr> </vt:lpstr>
      <vt:lpstr>TASK 2</vt:lpstr>
      <vt:lpstr>TASK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LINKS &amp; LISTS</dc:title>
  <dc:creator>Luminar Technolab</dc:creator>
  <cp:lastModifiedBy>luminar022@outlook.com</cp:lastModifiedBy>
  <cp:revision>11</cp:revision>
  <dcterms:created xsi:type="dcterms:W3CDTF">2022-12-16T02:02:29Z</dcterms:created>
  <dcterms:modified xsi:type="dcterms:W3CDTF">2025-01-20T10:14:28Z</dcterms:modified>
</cp:coreProperties>
</file>